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1"/>
  </p:notesMasterIdLst>
  <p:sldIdLst>
    <p:sldId id="256" r:id="rId2"/>
    <p:sldId id="283" r:id="rId3"/>
    <p:sldId id="257" r:id="rId4"/>
    <p:sldId id="282" r:id="rId5"/>
    <p:sldId id="281" r:id="rId6"/>
    <p:sldId id="280" r:id="rId7"/>
    <p:sldId id="279" r:id="rId8"/>
    <p:sldId id="278" r:id="rId9"/>
    <p:sldId id="277" r:id="rId10"/>
    <p:sldId id="276" r:id="rId11"/>
    <p:sldId id="275" r:id="rId12"/>
    <p:sldId id="274" r:id="rId13"/>
    <p:sldId id="273" r:id="rId14"/>
    <p:sldId id="272" r:id="rId15"/>
    <p:sldId id="271" r:id="rId16"/>
    <p:sldId id="270" r:id="rId17"/>
    <p:sldId id="269" r:id="rId18"/>
    <p:sldId id="268" r:id="rId19"/>
    <p:sldId id="267" r:id="rId20"/>
    <p:sldId id="266" r:id="rId21"/>
    <p:sldId id="265" r:id="rId22"/>
    <p:sldId id="264" r:id="rId23"/>
    <p:sldId id="263" r:id="rId24"/>
    <p:sldId id="262" r:id="rId25"/>
    <p:sldId id="261" r:id="rId26"/>
    <p:sldId id="293" r:id="rId27"/>
    <p:sldId id="292" r:id="rId28"/>
    <p:sldId id="291" r:id="rId29"/>
    <p:sldId id="290" r:id="rId30"/>
    <p:sldId id="289" r:id="rId31"/>
    <p:sldId id="288" r:id="rId32"/>
    <p:sldId id="287" r:id="rId33"/>
    <p:sldId id="286" r:id="rId34"/>
    <p:sldId id="285" r:id="rId35"/>
    <p:sldId id="284" r:id="rId36"/>
    <p:sldId id="260" r:id="rId37"/>
    <p:sldId id="259" r:id="rId38"/>
    <p:sldId id="258" r:id="rId39"/>
    <p:sldId id="312" r:id="rId40"/>
    <p:sldId id="311" r:id="rId41"/>
    <p:sldId id="310" r:id="rId42"/>
    <p:sldId id="309" r:id="rId43"/>
    <p:sldId id="308" r:id="rId44"/>
    <p:sldId id="307" r:id="rId45"/>
    <p:sldId id="306" r:id="rId46"/>
    <p:sldId id="305" r:id="rId47"/>
    <p:sldId id="304" r:id="rId48"/>
    <p:sldId id="303" r:id="rId49"/>
    <p:sldId id="302" r:id="rId50"/>
    <p:sldId id="301" r:id="rId51"/>
    <p:sldId id="300" r:id="rId52"/>
    <p:sldId id="299" r:id="rId53"/>
    <p:sldId id="298" r:id="rId54"/>
    <p:sldId id="297" r:id="rId55"/>
    <p:sldId id="296" r:id="rId56"/>
    <p:sldId id="295" r:id="rId57"/>
    <p:sldId id="327" r:id="rId58"/>
    <p:sldId id="326" r:id="rId59"/>
    <p:sldId id="325" r:id="rId60"/>
    <p:sldId id="324" r:id="rId61"/>
    <p:sldId id="323" r:id="rId62"/>
    <p:sldId id="322" r:id="rId63"/>
    <p:sldId id="321" r:id="rId64"/>
    <p:sldId id="320" r:id="rId65"/>
    <p:sldId id="319" r:id="rId66"/>
    <p:sldId id="318" r:id="rId67"/>
    <p:sldId id="317" r:id="rId68"/>
    <p:sldId id="316" r:id="rId69"/>
    <p:sldId id="315" r:id="rId70"/>
    <p:sldId id="314" r:id="rId71"/>
    <p:sldId id="313" r:id="rId72"/>
    <p:sldId id="294" r:id="rId73"/>
    <p:sldId id="341" r:id="rId74"/>
    <p:sldId id="340" r:id="rId75"/>
    <p:sldId id="339" r:id="rId76"/>
    <p:sldId id="338" r:id="rId77"/>
    <p:sldId id="337" r:id="rId78"/>
    <p:sldId id="336" r:id="rId79"/>
    <p:sldId id="335" r:id="rId80"/>
    <p:sldId id="334" r:id="rId81"/>
    <p:sldId id="333" r:id="rId82"/>
    <p:sldId id="332" r:id="rId83"/>
    <p:sldId id="331" r:id="rId84"/>
    <p:sldId id="330" r:id="rId85"/>
    <p:sldId id="329" r:id="rId86"/>
    <p:sldId id="355" r:id="rId87"/>
    <p:sldId id="354" r:id="rId88"/>
    <p:sldId id="353" r:id="rId89"/>
    <p:sldId id="352" r:id="rId90"/>
    <p:sldId id="351" r:id="rId91"/>
    <p:sldId id="350" r:id="rId92"/>
    <p:sldId id="349" r:id="rId93"/>
    <p:sldId id="348" r:id="rId94"/>
    <p:sldId id="347" r:id="rId95"/>
    <p:sldId id="346" r:id="rId96"/>
    <p:sldId id="345" r:id="rId97"/>
    <p:sldId id="344" r:id="rId98"/>
    <p:sldId id="343" r:id="rId99"/>
    <p:sldId id="342" r:id="rId100"/>
    <p:sldId id="328" r:id="rId101"/>
    <p:sldId id="363" r:id="rId102"/>
    <p:sldId id="362" r:id="rId103"/>
    <p:sldId id="361" r:id="rId104"/>
    <p:sldId id="360" r:id="rId105"/>
    <p:sldId id="359" r:id="rId106"/>
    <p:sldId id="358" r:id="rId107"/>
    <p:sldId id="357" r:id="rId108"/>
    <p:sldId id="368" r:id="rId109"/>
    <p:sldId id="356" r:id="rId110"/>
    <p:sldId id="367" r:id="rId111"/>
    <p:sldId id="366" r:id="rId112"/>
    <p:sldId id="365" r:id="rId113"/>
    <p:sldId id="364" r:id="rId114"/>
    <p:sldId id="376" r:id="rId115"/>
    <p:sldId id="375" r:id="rId116"/>
    <p:sldId id="374" r:id="rId117"/>
    <p:sldId id="373" r:id="rId118"/>
    <p:sldId id="372" r:id="rId119"/>
    <p:sldId id="380" r:id="rId120"/>
    <p:sldId id="371" r:id="rId121"/>
    <p:sldId id="379" r:id="rId122"/>
    <p:sldId id="378" r:id="rId123"/>
    <p:sldId id="390" r:id="rId124"/>
    <p:sldId id="391" r:id="rId125"/>
    <p:sldId id="392" r:id="rId126"/>
    <p:sldId id="393" r:id="rId127"/>
    <p:sldId id="394" r:id="rId128"/>
    <p:sldId id="377" r:id="rId129"/>
    <p:sldId id="370" r:id="rId130"/>
    <p:sldId id="384" r:id="rId131"/>
    <p:sldId id="383" r:id="rId132"/>
    <p:sldId id="382" r:id="rId133"/>
    <p:sldId id="381" r:id="rId134"/>
    <p:sldId id="388" r:id="rId135"/>
    <p:sldId id="387" r:id="rId136"/>
    <p:sldId id="386" r:id="rId137"/>
    <p:sldId id="385" r:id="rId138"/>
    <p:sldId id="369" r:id="rId139"/>
    <p:sldId id="389" r:id="rId140"/>
  </p:sldIdLst>
  <p:sldSz cx="18288000" cy="10287000"/>
  <p:notesSz cx="6858000" cy="9144000"/>
  <p:embeddedFontLst>
    <p:embeddedFont>
      <p:font typeface="Montserrat" panose="00000500000000000000" pitchFamily="2" charset="0"/>
      <p:regular r:id="rId142"/>
      <p:bold r:id="rId143"/>
      <p:italic r:id="rId144"/>
      <p:boldItalic r:id="rId1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6" roundtripDataSignature="AMtx7mhHJLbbQfWaBvkYms9KwS4jgeIf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>
      <p:cViewPr varScale="1">
        <p:scale>
          <a:sx n="70" d="100"/>
          <a:sy n="70" d="100"/>
        </p:scale>
        <p:origin x="82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notesMaster" Target="notesMasters/notesMaster1.xml"/><Relationship Id="rId146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2.fntdata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3.fntdata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8707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733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6426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798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559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6553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9082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7425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1070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84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5080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6676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890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810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379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6221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9890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1487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2694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7125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4961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532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3968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7946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555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72884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7593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3383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96945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133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17951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9219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186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40366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12443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1273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86001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90487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84965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51029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91800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33387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04577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00705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32459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4533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136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12115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0273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53118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04583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36828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5880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7161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2300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9556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963121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5565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855222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9953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9058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8393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672137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533259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606825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602658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49323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26866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60339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736212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92476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405144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33354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2825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230589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84433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821407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41014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643205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972122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159095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86880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220737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87891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555292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27500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44974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772828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51353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14997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699937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0735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21602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075313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92377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892264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947993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0219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861919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932185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451744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965300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26182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685572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911909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994268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84722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992791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148312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459265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50822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04149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78129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938125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78155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419813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626828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2738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300901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049457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107335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748217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861679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249884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44423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55688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682098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237344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555903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71991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826857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4660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10417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202123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18898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88415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257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9121E28-5D08-FFEE-07A3-31EF13E2A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20" y="8456818"/>
            <a:ext cx="15475308" cy="1160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9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4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5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8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9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2668434" y="2709600"/>
            <a:ext cx="12527817" cy="7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Financiado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fondos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NextGenerationEU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forma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parte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Plan Nacional de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Capacidades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Digitales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dentro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Plan de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Recuperación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Transformación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Resiliencia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España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598173" y="564372"/>
            <a:ext cx="10221164" cy="16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4" b="1" i="0" u="none" strike="noStrike" cap="none">
                <a:solidFill>
                  <a:srgbClr val="7DB61B"/>
                </a:solidFill>
                <a:latin typeface="Montserrat"/>
                <a:ea typeface="Montserrat"/>
                <a:cs typeface="Montserrat"/>
                <a:sym typeface="Montserrat"/>
              </a:rPr>
              <a:t>PROGRAMA GENERACIÓN DIGITAL PYMES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Google Shape;96;p1"/>
          <p:cNvSpPr txBox="1"/>
          <p:nvPr/>
        </p:nvSpPr>
        <p:spPr>
          <a:xfrm>
            <a:off x="1559883" y="7414034"/>
            <a:ext cx="15168234" cy="7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5" b="1" i="0" u="none" strike="noStrike" cap="none" dirty="0" err="1">
                <a:solidFill>
                  <a:srgbClr val="0060A0"/>
                </a:solidFill>
                <a:latin typeface="Montserrat"/>
                <a:ea typeface="Montserrat"/>
                <a:cs typeface="Montserrat"/>
                <a:sym typeface="Montserrat"/>
              </a:rPr>
              <a:t>Convocatoria</a:t>
            </a:r>
            <a:r>
              <a:rPr lang="en-US" sz="1975" b="1" i="0" u="none" strike="noStrike" cap="none" dirty="0">
                <a:solidFill>
                  <a:srgbClr val="0060A0"/>
                </a:solidFill>
                <a:latin typeface="Montserrat"/>
                <a:ea typeface="Montserrat"/>
                <a:cs typeface="Montserrat"/>
                <a:sym typeface="Montserrat"/>
              </a:rPr>
              <a:t> GENERACIÓN DIGITAL PYMES: PERSONAS DE EQUIPOS DIRECTIVOS Y CUALIFICACIÓN DE PERSONAS EMPLEADAS EN PYMES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A5BF320-0EAF-ADFC-DFE9-E531CDBED7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146" y="8456818"/>
            <a:ext cx="14889708" cy="116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1C248FD-0280-366F-6A63-0600BF31E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3" y="2666951"/>
            <a:ext cx="1672439" cy="10890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C4BB85-6460-DD02-FBB0-F5576D2EB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421" y="1001486"/>
            <a:ext cx="12849978" cy="722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9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D2DC9B-32AE-62A4-8BDF-542FD4DA0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69" y="944250"/>
            <a:ext cx="13513322" cy="76012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B07BFE-F078-993E-1719-B5CAE78F0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29" y="747234"/>
            <a:ext cx="13172967" cy="740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8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E5347C-6314-FB1F-8962-B0F36A31D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36" y="748644"/>
            <a:ext cx="12964035" cy="72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5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A810C5-258E-7C29-3F43-843146EDC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395"/>
            <a:ext cx="13747011" cy="77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3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1D3943-8BFD-B098-6B5C-29785950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48" y="787946"/>
            <a:ext cx="13469256" cy="757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14672C-2F48-D6AE-EEC9-078DAFF4A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7561"/>
            <a:ext cx="14015960" cy="788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38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F3EE25-8C65-9B1A-F108-073362B32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7" y="1208709"/>
            <a:ext cx="13043172" cy="733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4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53F81A-29CF-EB8C-4E75-2047DB903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43" y="858023"/>
            <a:ext cx="14208533" cy="799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37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14B738-B0CF-D105-D2BA-2BDCB6292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3" y="869837"/>
            <a:ext cx="13645610" cy="767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99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4873C7D-F43F-59A6-BC41-BAB57FCFC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93" y="644577"/>
            <a:ext cx="13724135" cy="771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0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CC7BE5-673C-3612-C7C3-F13DC93F4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29" y="809720"/>
            <a:ext cx="13834214" cy="778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38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F921CB-B01B-2912-1A01-F8E53D59D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0194"/>
            <a:ext cx="13787199" cy="775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81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AEA3DE-BAF8-85D9-2980-5E03BADAF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8" y="794507"/>
            <a:ext cx="13991770" cy="787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49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6AFF74-882B-E66C-97B6-1CCC9DE58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761300"/>
            <a:ext cx="13838566" cy="778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91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7AFA10-7622-9C5C-6866-6C05A6B5A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47" y="856343"/>
            <a:ext cx="13153956" cy="739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48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DD59BC-4331-5E63-A536-8BB959161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88" y="900210"/>
            <a:ext cx="13591616" cy="764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04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A334A0-8739-AA23-BAA6-ACA65C480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93868"/>
            <a:ext cx="13103172" cy="737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83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EB9DA1-F4D9-1A3A-6530-E233C4399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64" y="912001"/>
            <a:ext cx="13327007" cy="749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87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9B9C0A-4F89-AACA-EE8E-CF3C048C5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71" y="1004486"/>
            <a:ext cx="13987304" cy="786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39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CC859D-3A7D-B84B-429B-3F79D1C32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0179"/>
            <a:ext cx="13662781" cy="768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42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D4E92E-A265-A0C9-B25B-8B2CA8112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70533"/>
            <a:ext cx="13144657" cy="739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8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33E0BA-548A-260B-DBC2-1ABD2ECF9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14" y="1048072"/>
            <a:ext cx="13120582" cy="73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62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6C7692-0907-B303-7C64-AE6AD98D3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023753"/>
            <a:ext cx="13128336" cy="73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89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168A14-29C5-5883-4568-298BE87F0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76" y="1105227"/>
            <a:ext cx="13237028" cy="744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33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BAC3A3-08E2-1C3E-F91F-BB4DF9671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885371"/>
            <a:ext cx="13108013" cy="73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9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8369FF-31BB-3D84-A5EA-6BBC44177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2" y="887185"/>
            <a:ext cx="13371122" cy="75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2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4088B6-5CCC-14F4-1A41-D51F5A2C5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71" y="874881"/>
            <a:ext cx="13636644" cy="76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48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8DAA47-89EE-6D83-656B-8B178ED90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" y="873579"/>
            <a:ext cx="13395313" cy="753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81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77A6BD-DF47-166A-2164-6490E9CAA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42" y="1045969"/>
            <a:ext cx="13591616" cy="764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96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DBFBC7-E3C5-1FE6-9911-7264EDB44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86" y="859890"/>
            <a:ext cx="14086277" cy="79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84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445FB9-C1FF-811D-8B6E-3B76B21F3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29" y="911773"/>
            <a:ext cx="13390088" cy="753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59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83D851-E244-DB5B-594B-49D5C4FC0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14" y="698782"/>
            <a:ext cx="12975269" cy="729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83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F9E0C8-72E9-8727-AA55-10AF71C21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778" y="988038"/>
            <a:ext cx="13113538" cy="737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80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952B00-7377-E554-6A69-E8B95330C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3" y="994611"/>
            <a:ext cx="13714327" cy="771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00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317B6A-00E8-9AEB-0F51-9075EC4B0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5" y="726974"/>
            <a:ext cx="13899592" cy="781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43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40A22B-658A-8C15-F222-9C72D94E5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16" y="895724"/>
            <a:ext cx="13042231" cy="733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68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394507-49B1-F0B8-415F-8BC8115EA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209" y="962526"/>
            <a:ext cx="12862202" cy="723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82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3100B1-4A65-134D-FDCB-9DDEDBCE4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1012698"/>
            <a:ext cx="13550239" cy="76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22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7D7497-35FC-A11B-0285-F3400A66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23" y="817751"/>
            <a:ext cx="13016999" cy="732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16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C5B6BD-33EB-9700-95BE-FECDB1B08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73" y="1054139"/>
            <a:ext cx="13074316" cy="735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624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29379C-FAFC-CBC1-7313-3A647DF56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94" y="918099"/>
            <a:ext cx="13439725" cy="755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25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371F2B-94B9-BC36-98DB-ADC81EFC9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70" y="965532"/>
            <a:ext cx="13475485" cy="75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015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6B53EC-5652-FED0-DFA6-476E4ADD3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42" y="982827"/>
            <a:ext cx="13336334" cy="750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11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C91969-4DCA-5AF1-5F0E-A7C15CFA3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025060"/>
            <a:ext cx="13126013" cy="738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59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AEE0CC-62C8-9EA5-1F2B-C3A4CF7EC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19" y="921494"/>
            <a:ext cx="13231837" cy="744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992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8C0941-0DA6-73E5-BD51-DDD569DF2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6" y="848224"/>
            <a:ext cx="13597336" cy="764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7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98E1B0-A9F6-92DE-D46A-7194BEE58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43" y="840308"/>
            <a:ext cx="13658961" cy="768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61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281CF1-C000-A1D5-AB61-B71ED3E04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167" y="893345"/>
            <a:ext cx="12785557" cy="71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18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5E9C22-63AF-2AAE-F7D4-64F08C678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64" y="957513"/>
            <a:ext cx="13527338" cy="768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77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305D1A-0BC0-E886-1410-2BD884841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03" y="936950"/>
            <a:ext cx="13526301" cy="760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363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A10D6C-B825-09B1-FCA5-4E1770B3D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46" y="896417"/>
            <a:ext cx="13598358" cy="764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686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C66752-50C5-EF95-87DC-391939D0E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11" y="779201"/>
            <a:ext cx="13631955" cy="766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76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BB0CBC-93A9-940A-0556-AE06D15A2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6193"/>
            <a:ext cx="14060807" cy="790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927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A4C4FC-CBAA-C51B-BDB6-92C7097F4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59" y="1019675"/>
            <a:ext cx="13808686" cy="776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289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902381-C14B-9596-E8E9-D695E0E7A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37" y="948565"/>
            <a:ext cx="13291087" cy="747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58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CF8E0A-2421-4B5C-6ED0-B0EA74400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15" y="834133"/>
            <a:ext cx="13709085" cy="771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396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52C41F-16D3-B43F-F3AD-B8C1939A3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4" y="980572"/>
            <a:ext cx="13330073" cy="749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617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7ED886-9A6A-1984-24D9-BBB1F52E6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17" y="1003324"/>
            <a:ext cx="13408302" cy="754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707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29321D-C55A-2E8B-7F3F-31C3F35AC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44" y="937649"/>
            <a:ext cx="13273672" cy="746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006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6E2661-B820-0D9E-9D29-6849D7FBB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8" y="834189"/>
            <a:ext cx="13889819" cy="78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660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422E49-F348-AE60-16FB-1BC12B721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3" y="737937"/>
            <a:ext cx="13558162" cy="762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898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A15E1B4-1035-9502-C29C-29F2FEEC2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01" y="921479"/>
            <a:ext cx="13553803" cy="762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258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C2FB0E-B5C1-563C-02DF-8E7682DF6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75" y="863839"/>
            <a:ext cx="13771272" cy="774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423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D3435B-090E-57F0-6D2A-84241E8F4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025060"/>
            <a:ext cx="13126013" cy="738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818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C3FDB2-5C32-9A95-72E7-A43A01EBC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62" y="826292"/>
            <a:ext cx="13610842" cy="76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03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11243B-9B60-7E86-3F6D-4824C24F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045810"/>
            <a:ext cx="13332771" cy="749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245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A85E83-6744-1915-6697-72BB01EDB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08" y="960105"/>
            <a:ext cx="12906520" cy="725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76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2D7FC61-2B30-0080-2413-6AA94D83D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2" y="920417"/>
            <a:ext cx="12977081" cy="72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442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4E8FF0-17B2-90AF-1BB1-699E9492B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80" y="923422"/>
            <a:ext cx="13297924" cy="748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451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49AEFF-EF3D-3234-A7A1-C7A1AD9B0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9" y="1026299"/>
            <a:ext cx="13045518" cy="733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04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41E487-623C-0827-3C95-DEC160FC0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57" y="874443"/>
            <a:ext cx="13637422" cy="76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114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D48050-6852-40CA-BE29-7B0A9B754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137355"/>
            <a:ext cx="12926378" cy="727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93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022F65-ED6B-4F4B-9D29-EDBEEDAA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0" y="792143"/>
            <a:ext cx="13783734" cy="775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872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2B23E7-619F-39CE-8A25-978F56ECB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1138118"/>
            <a:ext cx="13325199" cy="7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137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48CAF3-4B65-A063-2133-B585C7E65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75" y="875914"/>
            <a:ext cx="13634808" cy="76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64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802665-4F53-1850-AD23-5E429D1D6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12" y="705854"/>
            <a:ext cx="13615199" cy="765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961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C6CFDE-9621-BBB0-6B1A-E665C54C8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94" y="738246"/>
            <a:ext cx="13635904" cy="767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979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1C9FFD-EB79-5EB6-6154-5417065ED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025460"/>
            <a:ext cx="13368949" cy="752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328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1C8714-CB81-E6AC-0D7D-4BB5D7813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58" y="848225"/>
            <a:ext cx="11566358" cy="756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385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9528FC-565D-E676-F742-8C98C9F8B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27" y="573501"/>
            <a:ext cx="12375602" cy="779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887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325966-BE48-3EC4-1F1F-C9EEE376B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505" y="965533"/>
            <a:ext cx="11790948" cy="684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96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DFF85D-D554-5AAB-C673-DD3E9CBAF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82" y="1005584"/>
            <a:ext cx="12051180" cy="721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112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D61980-D6F2-F344-8625-7A45A97E1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549997"/>
            <a:ext cx="12377373" cy="781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244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587136-B1A0-798D-FCF0-CAFF69549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83" y="805256"/>
            <a:ext cx="12632275" cy="784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470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048DF4-D257-6368-3652-003572150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0" y="728921"/>
            <a:ext cx="11373853" cy="763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903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76930B-C166-5C64-A329-9EFF3BB16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9" y="463059"/>
            <a:ext cx="12865768" cy="836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825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A37233-6C3A-DDE2-4FC4-35F626864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73" y="649180"/>
            <a:ext cx="12464715" cy="732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74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F6A770-B75E-99FB-59A2-A08EC6928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22" y="763159"/>
            <a:ext cx="13513322" cy="760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332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9A0F9E-09D8-C894-45DC-3FBC5CD18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94" y="831874"/>
            <a:ext cx="11278187" cy="771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783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3E7CA3-1DAE-687B-EFCC-352BA5F99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5" y="838206"/>
            <a:ext cx="13379905" cy="752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871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36FE0A-D261-5B76-95A0-07295E3D0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01" y="882316"/>
            <a:ext cx="13804261" cy="776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966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4F219A-A449-9B1A-05F8-23CC95FE3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3" y="346412"/>
            <a:ext cx="12721392" cy="767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95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23C78D8-4668-38AD-B020-F42F59D0F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37" y="415089"/>
            <a:ext cx="12047621" cy="813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135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BE26A7-ECA7-043A-6F84-6EDD4E20D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072" y="707383"/>
            <a:ext cx="11954928" cy="765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80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0D469B-DA35-50F7-1AB1-EB2EFBB77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8225"/>
            <a:ext cx="13684031" cy="769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851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573986-EB8D-73D5-D490-09F8D465C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32" y="704291"/>
            <a:ext cx="12673263" cy="819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661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4149E69-5F72-81A0-4276-C88AF383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36" y="478126"/>
            <a:ext cx="11493872" cy="79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567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D68A4B-6D8B-786B-345B-EB7C38D0B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42" y="692807"/>
            <a:ext cx="12573933" cy="78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291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27FD99-BB27-BEBA-16C2-2CCBBB25A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90" y="745405"/>
            <a:ext cx="12112376" cy="761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297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E8E5FD-3B9A-DC88-B3F9-7F143CCE8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170069"/>
            <a:ext cx="12407676" cy="697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234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E27787-952E-6335-17DD-C5170B0E9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8725"/>
            <a:ext cx="13325649" cy="749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5934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20F3C4-8C38-5819-0A87-6F0D8E2E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80576"/>
            <a:ext cx="11974548" cy="775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731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7C994F-4A6F-E853-6B52-8EF8CFF63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44" y="846771"/>
            <a:ext cx="12407685" cy="75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5144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42FDA7-B898-C0E3-6C78-7849E99D5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62" y="740637"/>
            <a:ext cx="11477830" cy="766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259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AC76C4-E301-9A13-376A-2F95B08F2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4" y="821705"/>
            <a:ext cx="13010147" cy="772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225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F652F5-3323-1B81-68F7-6DBCA3602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24" y="899368"/>
            <a:ext cx="13513322" cy="760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61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48B6C5-2015-EADB-85F2-F98D4D5A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98" y="903535"/>
            <a:ext cx="13049492" cy="71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037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C02CF02-3F16-EBC7-2F4F-AC0C39B01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57" y="1074186"/>
            <a:ext cx="13619747" cy="766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3333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A0C5C8-C421-8D22-745F-B45D79998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753132"/>
            <a:ext cx="12920746" cy="72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830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95C86C-143F-AD67-6669-74932188A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26" y="831627"/>
            <a:ext cx="13049369" cy="734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173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F8F3A2-D362-3A2F-B672-746FEBEF0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01" y="1055765"/>
            <a:ext cx="12993134" cy="730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6987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85D3D3-E372-ED2C-D5F3-2DD964C7E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37" y="719119"/>
            <a:ext cx="12198851" cy="764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235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74364C-A40C-96F1-2AA4-F171CA33E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91" y="826167"/>
            <a:ext cx="12922807" cy="781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239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94DDC5-18F5-F659-D60A-0D89877FF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23" y="930046"/>
            <a:ext cx="13216634" cy="743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9388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507E860-A6B7-689D-B058-C6EEC5ADC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81" y="561474"/>
            <a:ext cx="13489628" cy="758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44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9C1AA9-7ECA-BB5E-3BB3-E9C1F940F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29" y="978869"/>
            <a:ext cx="13371986" cy="752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9657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2FF8D91-720A-F304-0A7B-8ED921344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58" y="867276"/>
            <a:ext cx="12995757" cy="767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9277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433CE5-25E5-E9BC-8733-A0D8B2728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54" y="763159"/>
            <a:ext cx="13835262" cy="778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3891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5D5FDE-C9D2-4250-50F5-4B65A5425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93" y="863781"/>
            <a:ext cx="13404990" cy="754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0292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E444050-B240-F57A-434E-C5C96B5C8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69" y="800103"/>
            <a:ext cx="13479050" cy="758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1729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4AC919CC-6F4B-0A7A-5215-D4F854026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509" y="1146412"/>
            <a:ext cx="12635678" cy="7061698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85484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A35901D-A341-0FBD-7BA8-3A4C4201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731" y="916621"/>
            <a:ext cx="13780541" cy="7676192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850618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5987BA0-0810-5586-8158-F6B9CC173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27" y="986477"/>
            <a:ext cx="14358510" cy="7678048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515689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BC6E79E-4BBD-F516-13BC-447D7A5F7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500" y="871143"/>
            <a:ext cx="14228126" cy="7762812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70753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95C584D-CAEB-3007-709A-EEB84F475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49" y="854531"/>
            <a:ext cx="14269959" cy="7977694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24909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6FACF3-99E7-5109-8F60-E91F4B345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51" y="779201"/>
            <a:ext cx="13216634" cy="743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7502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51B0D8-0B64-E06B-606D-ECBA59F4B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88" y="856696"/>
            <a:ext cx="13347033" cy="75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8591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F4BB5B-ADE4-0EA8-1C59-78D27D446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41" y="803482"/>
            <a:ext cx="13519928" cy="76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9218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3AC262-4CFF-F165-D2BA-9FE1BB12C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29" y="1103269"/>
            <a:ext cx="12986975" cy="73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3634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C66834A-804B-D004-B13F-FD8757473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44" y="948565"/>
            <a:ext cx="13764779" cy="774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150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22BDCE-6A2D-BDDB-845E-0A1AA70A7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89" y="937911"/>
            <a:ext cx="13202651" cy="74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1556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6C1A88-7470-C3C4-589D-99DF8A82D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44" y="764618"/>
            <a:ext cx="12407685" cy="779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51304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F123C0-D749-36D4-F7C3-9DACA552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2" y="692689"/>
            <a:ext cx="13032103" cy="733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8546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2235DF0-C41D-3C0C-7381-13E83C8A0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62" y="578045"/>
            <a:ext cx="12609095" cy="80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8482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C086A3-05CD-6D61-2271-E95813366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19" y="658729"/>
            <a:ext cx="12689308" cy="749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2443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2208C48-1E8F-4E53-D25B-FD05AB801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2" y="763159"/>
            <a:ext cx="13835262" cy="792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3562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DA547D-8AC3-D967-95C2-239E4547A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45" y="398763"/>
            <a:ext cx="11823031" cy="82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4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49</Words>
  <Application>Microsoft Office PowerPoint</Application>
  <PresentationFormat>Personalizado</PresentationFormat>
  <Paragraphs>3</Paragraphs>
  <Slides>139</Slides>
  <Notes>139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139</vt:i4>
      </vt:variant>
    </vt:vector>
  </HeadingPairs>
  <TitlesOfParts>
    <vt:vector size="143" baseType="lpstr">
      <vt:lpstr>Montserrat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Paula Baño Ruiz</dc:creator>
  <cp:lastModifiedBy>María Dolores Clemares García</cp:lastModifiedBy>
  <cp:revision>18</cp:revision>
  <dcterms:created xsi:type="dcterms:W3CDTF">2006-08-16T00:00:00Z</dcterms:created>
  <dcterms:modified xsi:type="dcterms:W3CDTF">2026-01-14T07:44:00Z</dcterms:modified>
</cp:coreProperties>
</file>