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96"/>
  </p:notesMasterIdLst>
  <p:sldIdLst>
    <p:sldId id="256" r:id="rId2"/>
    <p:sldId id="257" r:id="rId3"/>
    <p:sldId id="258" r:id="rId4"/>
    <p:sldId id="259" r:id="rId5"/>
    <p:sldId id="260" r:id="rId6"/>
    <p:sldId id="271" r:id="rId7"/>
    <p:sldId id="270" r:id="rId8"/>
    <p:sldId id="268" r:id="rId9"/>
    <p:sldId id="269" r:id="rId10"/>
    <p:sldId id="267" r:id="rId11"/>
    <p:sldId id="266" r:id="rId12"/>
    <p:sldId id="265" r:id="rId13"/>
    <p:sldId id="264" r:id="rId14"/>
    <p:sldId id="263" r:id="rId15"/>
    <p:sldId id="262" r:id="rId16"/>
    <p:sldId id="281" r:id="rId17"/>
    <p:sldId id="261" r:id="rId18"/>
    <p:sldId id="280" r:id="rId19"/>
    <p:sldId id="279" r:id="rId20"/>
    <p:sldId id="278" r:id="rId21"/>
    <p:sldId id="277" r:id="rId22"/>
    <p:sldId id="276" r:id="rId23"/>
    <p:sldId id="275" r:id="rId24"/>
    <p:sldId id="274" r:id="rId25"/>
    <p:sldId id="273" r:id="rId26"/>
    <p:sldId id="291" r:id="rId27"/>
    <p:sldId id="290" r:id="rId28"/>
    <p:sldId id="289" r:id="rId29"/>
    <p:sldId id="288" r:id="rId30"/>
    <p:sldId id="287" r:id="rId31"/>
    <p:sldId id="286" r:id="rId32"/>
    <p:sldId id="285" r:id="rId33"/>
    <p:sldId id="284" r:id="rId34"/>
    <p:sldId id="283" r:id="rId35"/>
    <p:sldId id="282" r:id="rId36"/>
    <p:sldId id="314" r:id="rId37"/>
    <p:sldId id="272" r:id="rId38"/>
    <p:sldId id="313" r:id="rId39"/>
    <p:sldId id="312" r:id="rId40"/>
    <p:sldId id="311" r:id="rId41"/>
    <p:sldId id="310" r:id="rId42"/>
    <p:sldId id="309" r:id="rId43"/>
    <p:sldId id="308" r:id="rId44"/>
    <p:sldId id="307" r:id="rId45"/>
    <p:sldId id="306" r:id="rId46"/>
    <p:sldId id="305" r:id="rId47"/>
    <p:sldId id="304" r:id="rId48"/>
    <p:sldId id="303" r:id="rId49"/>
    <p:sldId id="302" r:id="rId50"/>
    <p:sldId id="301" r:id="rId51"/>
    <p:sldId id="300" r:id="rId52"/>
    <p:sldId id="299" r:id="rId53"/>
    <p:sldId id="298" r:id="rId54"/>
    <p:sldId id="297" r:id="rId55"/>
    <p:sldId id="296" r:id="rId56"/>
    <p:sldId id="295" r:id="rId57"/>
    <p:sldId id="294" r:id="rId58"/>
    <p:sldId id="338" r:id="rId59"/>
    <p:sldId id="293" r:id="rId60"/>
    <p:sldId id="337" r:id="rId61"/>
    <p:sldId id="336" r:id="rId62"/>
    <p:sldId id="335" r:id="rId63"/>
    <p:sldId id="334" r:id="rId64"/>
    <p:sldId id="333" r:id="rId65"/>
    <p:sldId id="332" r:id="rId66"/>
    <p:sldId id="331" r:id="rId67"/>
    <p:sldId id="330" r:id="rId68"/>
    <p:sldId id="329" r:id="rId69"/>
    <p:sldId id="328" r:id="rId70"/>
    <p:sldId id="327" r:id="rId71"/>
    <p:sldId id="326" r:id="rId72"/>
    <p:sldId id="325" r:id="rId73"/>
    <p:sldId id="324" r:id="rId74"/>
    <p:sldId id="323" r:id="rId75"/>
    <p:sldId id="322" r:id="rId76"/>
    <p:sldId id="347" r:id="rId77"/>
    <p:sldId id="348" r:id="rId78"/>
    <p:sldId id="349" r:id="rId79"/>
    <p:sldId id="351" r:id="rId80"/>
    <p:sldId id="350" r:id="rId81"/>
    <p:sldId id="321" r:id="rId82"/>
    <p:sldId id="320" r:id="rId83"/>
    <p:sldId id="319" r:id="rId84"/>
    <p:sldId id="318" r:id="rId85"/>
    <p:sldId id="317" r:id="rId86"/>
    <p:sldId id="316" r:id="rId87"/>
    <p:sldId id="342" r:id="rId88"/>
    <p:sldId id="315" r:id="rId89"/>
    <p:sldId id="341" r:id="rId90"/>
    <p:sldId id="340" r:id="rId91"/>
    <p:sldId id="339" r:id="rId92"/>
    <p:sldId id="292" r:id="rId93"/>
    <p:sldId id="346" r:id="rId94"/>
    <p:sldId id="345" r:id="rId95"/>
  </p:sldIdLst>
  <p:sldSz cx="18288000" cy="10287000"/>
  <p:notesSz cx="6858000" cy="9144000"/>
  <p:embeddedFontLst>
    <p:embeddedFont>
      <p:font typeface="Montserrat" panose="00000500000000000000" pitchFamily="2" charset="0"/>
      <p:regular r:id="rId97"/>
      <p:bold r:id="rId98"/>
      <p:italic r:id="rId99"/>
      <p:boldItalic r:id="rId100"/>
    </p:embeddedFont>
    <p:embeddedFont>
      <p:font typeface="Rockwell" panose="020F0502020204030204" pitchFamily="18" charset="0"/>
      <p:regular r:id="rId101"/>
      <p:bold r:id="rId102"/>
      <p:italic r:id="rId103"/>
      <p:boldItalic r:id="rId10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7" roundtripDataSignature="AMtx7mhHJLbbQfWaBvkYms9KwS4jgeIf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6.fntdata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7.fntdata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27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font" Target="fonts/font3.fntdata"/><Relationship Id="rId101" Type="http://schemas.openxmlformats.org/officeDocument/2006/relationships/font" Target="fonts/font5.fntdata"/><Relationship Id="rId13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.fntdata"/><Relationship Id="rId104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font" Target="fonts/font2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5732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7297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2204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8109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1191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4562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257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4880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8087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0294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8521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60498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2625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8750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129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3499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06256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80095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47342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47976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30108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21643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61787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80886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05722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48880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00571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91517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19430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13737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52114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01996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83219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26346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07682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1686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3310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78242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21659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83247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96829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50797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19539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85571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29656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52126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97351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87935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45610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1138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045035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91536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39224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979384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478106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828946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660062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091485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62788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541821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043611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773452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041438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568269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59278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18808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59120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665821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566541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306936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233095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076276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516666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971875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215949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651913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111558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625798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853072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37211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989702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779411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452954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375035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074075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244125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176099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7190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592699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450253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708204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4003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494511" y="-89064"/>
            <a:ext cx="18773777" cy="10385697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503940" y="1779725"/>
            <a:ext cx="13272518" cy="671690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38855" y="3113257"/>
            <a:ext cx="13019873" cy="2623094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8100" spc="-225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38856" y="5859400"/>
            <a:ext cx="13010141" cy="1983881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700" b="0">
                <a:solidFill>
                  <a:srgbClr val="FFFEFF"/>
                </a:solidFill>
              </a:defRPr>
            </a:lvl1pPr>
            <a:lvl2pPr marL="685800" indent="0" algn="ctr">
              <a:buNone/>
              <a:defRPr sz="27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07008" y="480060"/>
            <a:ext cx="5486400" cy="48006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07008" y="9340596"/>
            <a:ext cx="15883128" cy="480060"/>
          </a:xfrm>
        </p:spPr>
        <p:txBody>
          <a:bodyPr/>
          <a:lstStyle>
            <a:lvl1pPr algn="ctr"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704820" y="480060"/>
            <a:ext cx="1371600" cy="48006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467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626270" y="0"/>
            <a:ext cx="18876171" cy="10279857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1200216" y="2549384"/>
            <a:ext cx="5511714" cy="5205632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947" y="3524888"/>
            <a:ext cx="5248469" cy="3684663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7671" y="1204779"/>
            <a:ext cx="9422810" cy="7872933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272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94511" y="-89064"/>
            <a:ext cx="18773777" cy="10385697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4889318" y="1779725"/>
            <a:ext cx="8499218" cy="671690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324" y="3112095"/>
            <a:ext cx="8235336" cy="2534085"/>
          </a:xfrm>
        </p:spPr>
        <p:txBody>
          <a:bodyPr bIns="0" anchor="b">
            <a:normAutofit/>
          </a:bodyPr>
          <a:lstStyle>
            <a:lvl1pPr algn="ctr">
              <a:defRPr sz="6600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6323" y="5770277"/>
            <a:ext cx="8235335" cy="2075655"/>
          </a:xfrm>
        </p:spPr>
        <p:txBody>
          <a:bodyPr tIns="0">
            <a:normAutofit/>
          </a:bodyPr>
          <a:lstStyle>
            <a:lvl1pPr marL="0" indent="0" algn="ctr">
              <a:buNone/>
              <a:defRPr sz="2700">
                <a:solidFill>
                  <a:srgbClr val="FFFEFF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07008" y="480060"/>
            <a:ext cx="5486400" cy="480060"/>
          </a:xfrm>
        </p:spPr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07008" y="9340596"/>
            <a:ext cx="15883128" cy="480060"/>
          </a:xfrm>
        </p:spPr>
        <p:txBody>
          <a:bodyPr/>
          <a:lstStyle>
            <a:lvl1pPr algn="ctr"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704820" y="480060"/>
            <a:ext cx="1371600" cy="48006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271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626270" y="0"/>
            <a:ext cx="18876171" cy="10279857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1200216" y="2549384"/>
            <a:ext cx="5511714" cy="5205632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0" y="3509504"/>
            <a:ext cx="5251242" cy="370509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1318" y="1204781"/>
            <a:ext cx="9404387" cy="357397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77671" y="5508243"/>
            <a:ext cx="9408033" cy="3575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07008" y="480060"/>
            <a:ext cx="5486400" cy="480060"/>
          </a:xfrm>
        </p:spPr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07008" y="9340596"/>
            <a:ext cx="15883128" cy="480060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704820" y="480060"/>
            <a:ext cx="1371600" cy="48006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727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626270" y="0"/>
            <a:ext cx="18876171" cy="10279857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1200216" y="2549384"/>
            <a:ext cx="5511714" cy="5205632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2" y="3545873"/>
            <a:ext cx="5251242" cy="3690746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7706" y="1204777"/>
            <a:ext cx="9397632" cy="10287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7958" y="2233478"/>
            <a:ext cx="9396525" cy="254528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7979" y="5498831"/>
            <a:ext cx="9396621" cy="10287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77671" y="6527531"/>
            <a:ext cx="9398382" cy="25560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207008" y="480060"/>
            <a:ext cx="5486400" cy="480060"/>
          </a:xfrm>
        </p:spPr>
        <p:txBody>
          <a:bodyPr/>
          <a:lstStyle/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207008" y="9340596"/>
            <a:ext cx="15883128" cy="480060"/>
          </a:xfrm>
        </p:spPr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5704820" y="480060"/>
            <a:ext cx="1371600" cy="48006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889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626270" y="0"/>
            <a:ext cx="18876171" cy="10279857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1200216" y="2549384"/>
            <a:ext cx="5511714" cy="5205632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948" y="3524888"/>
            <a:ext cx="5251794" cy="3684663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661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207008" y="480060"/>
            <a:ext cx="5486400" cy="480060"/>
          </a:xfrm>
        </p:spPr>
        <p:txBody>
          <a:bodyPr/>
          <a:lstStyle/>
          <a:p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07008" y="9340596"/>
            <a:ext cx="15883128" cy="48006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704820" y="480060"/>
            <a:ext cx="1371600" cy="48006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340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626270" y="0"/>
            <a:ext cx="18876171" cy="10279857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1200216" y="2549384"/>
            <a:ext cx="5511714" cy="5205632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947" y="3528039"/>
            <a:ext cx="5251796" cy="1834947"/>
          </a:xfrm>
        </p:spPr>
        <p:txBody>
          <a:bodyPr bIns="0" anchor="b">
            <a:noAutofit/>
          </a:bodyPr>
          <a:lstStyle>
            <a:lvl1pPr algn="ctr">
              <a:defRPr sz="4800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4975" y="1204214"/>
            <a:ext cx="9412553" cy="787491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2947" y="5370279"/>
            <a:ext cx="5251796" cy="1831746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FFEFF"/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351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494511" y="-89064"/>
            <a:ext cx="18773777" cy="10385697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1208004" y="2547497"/>
            <a:ext cx="8912310" cy="5205632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315265" y="0"/>
            <a:ext cx="6972735" cy="10287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8165" y="3540383"/>
            <a:ext cx="8664969" cy="1767048"/>
          </a:xfrm>
        </p:spPr>
        <p:txBody>
          <a:bodyPr bIns="0" anchor="b">
            <a:normAutofit/>
          </a:bodyPr>
          <a:lstStyle>
            <a:lvl1pPr>
              <a:defRPr sz="5400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8165" y="5317518"/>
            <a:ext cx="8664969" cy="1911297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rgbClr val="FFFEFF"/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07008" y="480060"/>
            <a:ext cx="5486400" cy="480060"/>
          </a:xfrm>
        </p:spPr>
        <p:txBody>
          <a:bodyPr/>
          <a:lstStyle/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07009" y="9340596"/>
            <a:ext cx="8913305" cy="480060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42566" y="480060"/>
            <a:ext cx="1371600" cy="48006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116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626270" y="0"/>
            <a:ext cx="18876171" cy="10279857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1200216" y="2549384"/>
            <a:ext cx="5511714" cy="5205632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948" y="3524888"/>
            <a:ext cx="5251794" cy="368466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64975" y="1192079"/>
            <a:ext cx="9412553" cy="788563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81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8876171" cy="10279857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11578422" y="2549384"/>
            <a:ext cx="5511714" cy="5205632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11156" y="3524888"/>
            <a:ext cx="5251793" cy="3684663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04121" y="1197667"/>
            <a:ext cx="9402933" cy="788595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07008" y="480060"/>
            <a:ext cx="5486400" cy="480060"/>
          </a:xfrm>
        </p:spPr>
        <p:txBody>
          <a:bodyPr/>
          <a:lstStyle/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07008" y="9340596"/>
            <a:ext cx="15883128" cy="480060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704820" y="480060"/>
            <a:ext cx="1371600" cy="48006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922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36742" y="3537587"/>
            <a:ext cx="5248001" cy="3684728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52473" y="1192079"/>
            <a:ext cx="8925054" cy="7885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7008" y="480060"/>
            <a:ext cx="5486400" cy="480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7008" y="9340596"/>
            <a:ext cx="15883128" cy="480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04820" y="480060"/>
            <a:ext cx="1371600" cy="480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8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defTabSz="1371600" rtl="0" eaLnBrk="1" latinLnBrk="0" hangingPunct="1">
        <a:lnSpc>
          <a:spcPct val="85000"/>
        </a:lnSpc>
        <a:spcBef>
          <a:spcPct val="0"/>
        </a:spcBef>
        <a:buNone/>
        <a:defRPr sz="6000" b="0" i="0" kern="1200" cap="none" spc="-225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7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21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6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8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8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8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8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8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8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89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9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9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9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9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9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9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2668434" y="2709600"/>
            <a:ext cx="12527817" cy="777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3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Financiado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fondos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NextGenerationEU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forma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parte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del Plan Nacional de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Capacidades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Digitales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dentro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del Plan de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Recuperación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Transformación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Resiliencia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Gobierno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975" b="0" i="0" u="none" strike="noStrike" cap="none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España</a:t>
            </a:r>
            <a:r>
              <a:rPr lang="en-US" sz="1975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598173" y="564372"/>
            <a:ext cx="10221164" cy="16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94" b="1" i="0" u="none" strike="noStrike" cap="none">
                <a:solidFill>
                  <a:srgbClr val="7DB61B"/>
                </a:solidFill>
                <a:latin typeface="Montserrat"/>
                <a:ea typeface="Montserrat"/>
                <a:cs typeface="Montserrat"/>
                <a:sym typeface="Montserrat"/>
              </a:rPr>
              <a:t>PROGRAMA GENERACIÓN DIGITAL PYMES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 rot="-10458419">
            <a:off x="10968003" y="-290486"/>
            <a:ext cx="8456494" cy="3417833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6" name="Google Shape;96;p1"/>
          <p:cNvSpPr txBox="1"/>
          <p:nvPr/>
        </p:nvSpPr>
        <p:spPr>
          <a:xfrm>
            <a:off x="1559883" y="7222915"/>
            <a:ext cx="15168234" cy="777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3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75" b="1" i="0" u="none" strike="noStrike" cap="none" dirty="0" err="1">
                <a:solidFill>
                  <a:srgbClr val="0060A0"/>
                </a:solidFill>
                <a:latin typeface="Montserrat"/>
                <a:ea typeface="Montserrat"/>
                <a:cs typeface="Montserrat"/>
                <a:sym typeface="Montserrat"/>
              </a:rPr>
              <a:t>Convocatoria</a:t>
            </a:r>
            <a:r>
              <a:rPr lang="en-US" sz="1975" b="1" i="0" u="none" strike="noStrike" cap="none" dirty="0">
                <a:solidFill>
                  <a:srgbClr val="0060A0"/>
                </a:solidFill>
                <a:latin typeface="Montserrat"/>
                <a:ea typeface="Montserrat"/>
                <a:cs typeface="Montserrat"/>
                <a:sym typeface="Montserrat"/>
              </a:rPr>
              <a:t> GENERACIÓN DIGITAL PYMES: PERSONAS DE EQUIPOS DIRECTIVOS Y CUALIFICACIÓN DE PERSONAS EMPLEADAS EN PYMES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876D0D3-BF64-263A-4E46-0343EF15C8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1C248FD-0280-366F-6A63-0600BF31E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73" y="2685888"/>
            <a:ext cx="1672439" cy="10890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5FFA8E0-C621-1726-53CC-D91333483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519" y="1137006"/>
            <a:ext cx="13170645" cy="740848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E496A35-0940-F970-1B52-E5C07AB785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08A3E8D-CD46-B6BE-A5EB-77CB345E5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486" y="1097547"/>
            <a:ext cx="13149943" cy="694336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D9E5482-E1E5-1A83-0F3C-786109F585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823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942F57D-8653-767A-2983-B4E0A502C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8" y="950938"/>
            <a:ext cx="13128529" cy="738479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3BD1B97-6341-3A97-2DF9-B417C6E0E3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923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60DAA32-7A1F-0C63-308A-40D661FA9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914401"/>
            <a:ext cx="13581813" cy="732971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00327DF-59BB-28A2-0EB0-E508F2FE86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42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68B8128-C8F9-90DB-BEC0-CB60A4B18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177" y="798286"/>
            <a:ext cx="12824174" cy="721359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6103F15-85E2-F4B5-5215-2EA70F1EB1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4271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31A27ABF-4D76-F6DF-1326-590C70C5D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1133080"/>
            <a:ext cx="12978995" cy="73006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02C487-0F18-E2D8-73B6-280BEB2DA5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3817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F26652F-A434-C70C-2AD9-7F8DBEDCF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18" y="976187"/>
            <a:ext cx="13212899" cy="743225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080914F-CCAF-92FA-53EE-402F5C7FD1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368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8BC4D96F-AFDF-7426-4DB5-96E1F8075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970981"/>
            <a:ext cx="13131871" cy="73866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E93448F-EE37-CF6A-B1FE-A09A359B3D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6902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CB84297-E174-2847-1E0C-79A59781A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930863"/>
            <a:ext cx="13293474" cy="747758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096673C-A5F9-FD70-E15E-EB01E7B3E7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0066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02DBBF80-A22F-EE83-4257-5245606F3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059" y="1012580"/>
            <a:ext cx="13391845" cy="75329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9A1DDBA-6EAF-69D1-D9DD-48426AE8450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5681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4F7375C9-5F78-662A-429C-0BBA8B1C6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30" y="924009"/>
            <a:ext cx="13568299" cy="763216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47D9323-A1E8-D49C-F8A0-6096284B07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2881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EEC34099-CBA0-6043-085A-A83DBB729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22" y="895997"/>
            <a:ext cx="13850491" cy="7790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127E339-C018-56C7-4FFB-2BB9B190F9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9870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36227582-150C-B635-FCEA-8329E890C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" y="908595"/>
            <a:ext cx="13254768" cy="745580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C1CD33-7E00-7140-F511-0A64D34155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0789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8287B181-CDB4-9D3C-D623-A317C924E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995" y="878949"/>
            <a:ext cx="13385767" cy="75294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7E27197-4156-88B1-9C27-9A2C522C53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069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DB79E339-81A5-878C-2ADB-BD5A40840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778535"/>
            <a:ext cx="13297942" cy="74800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68E5894-2A92-A190-28FA-9EF7599267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8980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A81E7CC-D4AE-2E90-A251-3DAC42A41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233" y="937387"/>
            <a:ext cx="13525521" cy="76081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26EAF7C-EC4A-2E33-FF79-30B86BE1EA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1937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C69AD2-1F92-6121-2F22-09DB6CE96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8" y="1082474"/>
            <a:ext cx="12706003" cy="714712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92D478D-5FD3-391D-75B5-DCDC1BE89B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0096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7504C31-E124-E226-9733-4C44DA572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114" y="1208313"/>
            <a:ext cx="12888686" cy="724988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C34CA37-E3BF-446E-CB1C-E9AF7D1608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7283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63A1003-4F85-7CA2-3C9C-ABE23DED4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314" y="1130299"/>
            <a:ext cx="12612914" cy="709476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B311A47-F019-F02E-4A62-CBCC0024FB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012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B32596A-F75E-F0D4-2513-01C322EC0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29" y="938400"/>
            <a:ext cx="13861143" cy="779689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BE269C7-414A-2755-78C7-E05F352F44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070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BE17E4FC-3F1E-D63A-E5A9-C10209875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029" y="1057367"/>
            <a:ext cx="12990285" cy="73070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8E1FED-946A-C8FA-0886-A6BB6CBCD4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7831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663BD88-114B-9903-C5BB-E79F14EE8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889907"/>
            <a:ext cx="13366285" cy="751853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D773B25-C5E7-8727-5D16-28E1782ABB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9521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749754A-0196-163A-1B01-93EAE2EB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72" y="751769"/>
            <a:ext cx="13319724" cy="749234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5A68885-AF18-77BE-E2CF-BACA3C2558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7534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2087A8-48A2-4767-1130-2293E677C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171" y="1125899"/>
            <a:ext cx="12946743" cy="728254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2A253CC-BA28-E15B-F46E-2463278AD2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5923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BBBF3EE-8561-DB56-DF9F-F13B41130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8" y="748644"/>
            <a:ext cx="12628591" cy="710358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3ADDFB5-6E73-46A4-43E2-4A8B980412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8933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811BEA-7BD6-8460-BBB3-50349BCAF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28" y="805182"/>
            <a:ext cx="13438614" cy="755922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98062D-6AD5-8372-A49C-110708E7F8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7639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EDE2D0-F11F-9943-2DAB-699D895E5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969036"/>
            <a:ext cx="13469257" cy="757645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FD2ACEC-06B1-D5B3-B56A-0D70EC1A35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4415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A6272E-30D5-D34A-E48B-FC38BB1E0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89" y="1060299"/>
            <a:ext cx="13519250" cy="760457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3D6C7E6-4EB7-D9DE-5731-3E888D4D06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991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81F082-DBB2-39A2-ACEB-7B87BFD6C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586" y="1085656"/>
            <a:ext cx="13513320" cy="760124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D9B4538-C22E-221B-87E7-EC1967CD3C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1720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277F64F-D423-6121-CB61-0DF0A61C4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99" y="993528"/>
            <a:ext cx="13425715" cy="755196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3CB07B8-0255-B239-14F8-6228835ECC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24827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141D32E3-1EA5-9C66-D9F5-BE9E766DA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514" y="987106"/>
            <a:ext cx="13193486" cy="742133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1AF067-759A-5698-9A7B-05CB3B0EA5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0300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A6DBD112-355D-9AC3-7DD2-CFC2F4AD0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7" y="1083559"/>
            <a:ext cx="13684370" cy="76974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D48C361-D1D5-6D3D-B45C-DE8EE0DF10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02017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78D08CE-E222-5C5E-484E-01AD6DBD2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01" y="851124"/>
            <a:ext cx="13435232" cy="755731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D73ECB3-B4A4-3095-8AD9-A92A5FA501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7230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BAC82A-5BD5-69A3-A396-FE8B2D1BA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46" y="944251"/>
            <a:ext cx="13714325" cy="771430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B25DE0B-C7DA-5714-CC25-12B91AB05C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51435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8EDA9C-863A-9952-6AB7-2CAD5D3DE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76" y="901289"/>
            <a:ext cx="13346050" cy="750715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1D324B0-5574-8466-2256-9B6917A327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4800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68F545F-3FCC-01A1-924F-D9AF21382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14" y="1071235"/>
            <a:ext cx="14028219" cy="789087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C80A3FA-4168-8BFE-0E15-148671EC0C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0353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80684E6-BD58-9611-7F33-7B517E5B9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78942"/>
            <a:ext cx="13208000" cy="742950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997A703-4BCB-12C3-B595-AF94C0DDBB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913" y="8352430"/>
            <a:ext cx="13988956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56628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B822BAF-A062-A9E6-E4F5-0266AE00E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904493"/>
            <a:ext cx="13583999" cy="764100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49C2467-5F5C-8D62-1A37-937CEB50B0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72229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3225C26-44DA-FCB3-C767-8D932DE2C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3756" y="1265067"/>
            <a:ext cx="12254896" cy="689338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B0FC022-6CB2-4C02-5933-FF065B68D0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84612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12DD88FF-5BBB-C979-5EF6-AE78494EA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846" y="812800"/>
            <a:ext cx="12437127" cy="69958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A74E25D-006B-0E20-5353-F0779FBEA2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12650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A0B47E8-08BF-8FC0-B8CA-A6E9A97FC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649" y="1132115"/>
            <a:ext cx="12857399" cy="723228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4AE0CC2-A0AD-39F9-058F-0DFBF00D74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36472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863B50-4399-7193-3F1F-E1BAC6099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8" y="957581"/>
            <a:ext cx="13167682" cy="740682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132DFBB-6E8F-BF0A-703E-C37368D2B8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1551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86799C7-FF99-9D05-67BC-E35BBD57F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298" y="972457"/>
            <a:ext cx="13141235" cy="739194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BD37706-AABC-2F83-518A-9B5302FEC4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70048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ADF38C7-723E-0E85-843A-14E345607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070" y="1109508"/>
            <a:ext cx="13219529" cy="743598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E2874BE-65AF-540B-C0F5-35C3CA0E8B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6064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89074821-3F7B-CAAF-BB41-93EE0F8C0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229" y="987878"/>
            <a:ext cx="12796761" cy="719817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4996380-1662-9BDC-A45B-D824BC8237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137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3876BA9-507C-5866-D140-2BDEE2EEF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200" y="1152977"/>
            <a:ext cx="12219414" cy="687342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96179B7-C225-B96C-AEB4-1AC7F905DC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0158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0AC471D3-1BD7-1B91-761D-16635D9FD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403" y="928914"/>
            <a:ext cx="12566145" cy="706845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11EA8CA-23BB-651C-4A97-108BE48847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8216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644B6D9-D1F1-8802-4D89-032BAEE6C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57" y="742043"/>
            <a:ext cx="13233803" cy="744401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6A4A537-A5DE-2BE7-A986-BC47895EC6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33415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7282971-6816-0F9F-53C2-CEAFDA5F6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1939"/>
            <a:ext cx="14325599" cy="80581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2CC366C-AD09-FC4C-0B19-6AB0E41003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64859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5C36F26B-ABCC-49A8-4155-43CCCB90F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1" y="942930"/>
            <a:ext cx="13774794" cy="77483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B7398E3-1DBB-73FB-1DF6-1F75CD471C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57723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B7BC45-E02E-A699-B45A-F771AAABF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542" y="1172539"/>
            <a:ext cx="12554857" cy="706210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75C6C1E-0A8A-C487-69BC-24B2E4ACD1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57564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BF741D3E-3AEA-D6A1-867A-5998355CE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780" y="1147126"/>
            <a:ext cx="12909007" cy="726131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0BDAAE-4CF5-0DC4-0F8E-32822B66AF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86565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721BE9E8-476A-1D28-933B-DB13C85E0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028" y="942520"/>
            <a:ext cx="12774183" cy="718547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09D9744-DADF-13B2-C293-523B5AF6C6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92792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90C5CCF8-67EE-B603-7A79-16B32075F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486" y="881743"/>
            <a:ext cx="12753217" cy="71736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DBDD107-B89C-A825-C35F-7B61022C0A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87870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B8462B20-ED00-A2C8-DC32-D8003D4B6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435" y="1074057"/>
            <a:ext cx="12643555" cy="7112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DA53E8-D2EC-99A5-6BB0-57F9DECA23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63252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93000003-E818-97D5-1F53-D327D2F35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8" y="913493"/>
            <a:ext cx="12932229" cy="72743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213E07C-D5CE-25B9-5483-7620A7F23A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37573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AF6DACA-E639-2776-0691-480CF2835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74" y="446909"/>
            <a:ext cx="12901587" cy="725714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A5BF320-0EAF-ADFC-DFE9-E531CDBED7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58864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AA4C9A69-ADC6-1FD8-FAE4-D5237CFB0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242" y="863787"/>
            <a:ext cx="13068977" cy="73513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74D57D8-C6C3-AC04-B074-C8687E7E92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71489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B7291B-7615-5B68-3973-AE892DEB0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956" y="1137110"/>
            <a:ext cx="13170460" cy="740838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63FA67C-D9C3-3F93-E6A7-3C6E422FAB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36474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E4EB466-A404-A069-F750-4C01E8E2A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771" y="1093242"/>
            <a:ext cx="13004800" cy="731520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5EE1B43-38FE-F005-AA0D-78652F90D1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61464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9162437-5634-22BC-9D9B-04E4C487A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18" y="968346"/>
            <a:ext cx="13104786" cy="737144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C4CCB49-9B4D-F79F-5B5A-5C0D6E4B8D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01752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51422043-982E-D15A-CC6F-B7A9F54D0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19" y="1047390"/>
            <a:ext cx="13008021" cy="731701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F4E628-4F41-E16F-92F3-455E5FEDC1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05486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B0BE3F9C-40BF-7A59-2ACC-1B975A277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8" y="938759"/>
            <a:ext cx="12988145" cy="7305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22295F1-4985-D0B9-3180-DF410FA10D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42329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4DA800-27CC-462E-2B12-8B0478A82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015" y="940598"/>
            <a:ext cx="13197874" cy="742380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886A118-CDFC-6C34-CB83-1663C833FD5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90648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5FABA5-EABC-3B22-6323-EE7C0FA76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7" y="986136"/>
            <a:ext cx="13438857" cy="755935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7ED87AF-3B3B-3DCF-1896-42DE287712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90489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2DF0183-7A03-6311-4233-06B381CBD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7" y="1207542"/>
            <a:ext cx="12819099" cy="721074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37C8430-9EB4-195B-B928-0B55C27382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74934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3F21CF-1AED-E563-5940-E0999BB02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8" y="943926"/>
            <a:ext cx="13270250" cy="746451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8AFD999-B461-AF44-7367-081071AAF5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99966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5D679D9-2573-DD1E-EFD8-6B8717E98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8" y="943429"/>
            <a:ext cx="13192841" cy="742097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76255AD-387D-75BD-32FB-3D5E270DE8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69104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B40AF76E-DA95-BCE9-0C53-79E665472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029" y="1020174"/>
            <a:ext cx="13056406" cy="73442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99758A0-EBBB-62E3-E9AF-5A1D9DBCCA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34810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F0AB93E0-5908-63E5-BF07-FF70D0A47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8" y="917121"/>
            <a:ext cx="12587109" cy="70802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E0D1B92-0843-75B4-00AD-E13E6601BF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11209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0326660-F622-B961-A1C4-17F24EBDE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151" y="957943"/>
            <a:ext cx="12978996" cy="73006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50EC064-BEC6-D451-DDD9-44C4AB2984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67868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CAC0B0A2-82E2-5D1D-0554-235DC17EF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229" y="947057"/>
            <a:ext cx="13264685" cy="746138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BB2C61-5A69-E3A3-C165-2C4CB59046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50716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25046AF-CC15-9975-5C34-FC0C203FC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66" y="891141"/>
            <a:ext cx="13788571" cy="775607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A523DB3-7798-EB7A-42AA-A6DAF418B8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31727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302D347-00AC-C2C9-8A1B-2C2AE645C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86" y="820056"/>
            <a:ext cx="13128336" cy="738469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5EE3A8D-0437-67D9-D277-5C4E405C5C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03782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F50AEE-262B-8B34-8106-D57F0D83E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734" y="1089063"/>
            <a:ext cx="12393755" cy="693516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1023158-82F5-6E04-14F4-105559D00B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4979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3003F5-1829-AE5E-80F8-4162A4BCA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984" y="1174956"/>
            <a:ext cx="13499847" cy="753846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6F14863-01B3-6C87-836A-E1947460CB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58211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0658C24-9175-6489-611D-23B937A6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459" y="1064525"/>
            <a:ext cx="13629372" cy="7427480"/>
          </a:xfrm>
          <a:prstGeom prst="rect">
            <a:avLst/>
          </a:prstGeom>
        </p:spPr>
      </p:pic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57A1A44-D1DF-A60B-D724-EB7429C435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9739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5DBFE5-E3CA-18D4-04A0-5E7F369DA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492" y="1012766"/>
            <a:ext cx="13743295" cy="7518899"/>
          </a:xfrm>
          <a:prstGeom prst="rect">
            <a:avLst/>
          </a:prstGeom>
        </p:spPr>
      </p:pic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848B660-C401-2734-0066-358EDECAE09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39712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FCB8AA3-BFAD-077D-033C-437BFBA19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731" y="696035"/>
            <a:ext cx="14470338" cy="7854040"/>
          </a:xfrm>
          <a:prstGeom prst="rect">
            <a:avLst/>
          </a:prstGeom>
        </p:spPr>
      </p:pic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4FB1D37-DEAE-26B0-C32C-CE2A63C259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73273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B346B99-A5B9-058A-AFB2-3B4075099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8" y="956019"/>
            <a:ext cx="13170460" cy="740838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FFB997B-7C17-40F7-62EA-F6A96274DE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35024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0D6BA189-4C89-2749-86C1-441165C71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7" y="1248228"/>
            <a:ext cx="13325281" cy="749547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163D069-B1C9-1340-CFB9-1F95C1F903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44333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0AA369-9B75-B59A-FB0A-6D884B10E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971" y="1183821"/>
            <a:ext cx="12765477" cy="718058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BD8B065-5AF1-DF94-C6D7-DF3FCA2C7B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67842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3AC63FE9-7E6E-546B-CA0A-CD292C779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269" y="810985"/>
            <a:ext cx="12775797" cy="718638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842881-1128-3BB8-ABE2-30C259102C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96563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98A05F1-DFB6-B90F-DC71-72408710C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66" y="865413"/>
            <a:ext cx="13912603" cy="782584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E41596C-41E9-2E12-772A-0149B1D050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957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798739-DF48-2877-3A94-CCF1E878B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9" y="1146629"/>
            <a:ext cx="13250448" cy="726181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7B5FEE6-2BB1-3D87-2158-25527B04EE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32400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EF4E20F-0BB2-9504-3C6F-1439FBFF5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7" y="662465"/>
            <a:ext cx="12962422" cy="729136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963B7EA-D736-01EF-2539-9A4F39A372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78455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AE6F6533-37DF-B4AD-9F22-38E29AA82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970851"/>
            <a:ext cx="13466030" cy="75746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8FAB440-568F-C7F4-82C4-B3F4F6A496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09361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BBD281-F0AD-6E9F-4F75-38B5F61EA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42" y="791027"/>
            <a:ext cx="13367658" cy="757337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7D8FDA8-DB78-7BE3-1514-C4AB18D4A5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72433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692983-1747-E3AE-E3BE-6CF806A96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57" y="740435"/>
            <a:ext cx="13875657" cy="780505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44FF9F2-0E58-A6B2-7FA3-3C9E42A151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94231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8A3B733E-C07C-5E24-E1A9-1C03AE8DF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4023"/>
            <a:ext cx="13833725" cy="778147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6BA8DDD-7EA1-32EC-A010-838B78AC04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54670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760E1A-4B21-C773-DCAB-BA77995A1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72" y="967794"/>
            <a:ext cx="13890172" cy="7813223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3FBA848-B35A-7930-6E8B-67DD2FE594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203418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grpSp>
        <p:nvGrpSpPr>
          <p:cNvPr id="2" name="Google Shape;84;p1">
            <a:extLst>
              <a:ext uri="{FF2B5EF4-FFF2-40B4-BE49-F238E27FC236}">
                <a16:creationId xmlns:a16="http://schemas.microsoft.com/office/drawing/2014/main" id="{947BF335-A303-4838-8B1F-61F573499990}"/>
              </a:ext>
            </a:extLst>
          </p:cNvPr>
          <p:cNvGrpSpPr/>
          <p:nvPr/>
        </p:nvGrpSpPr>
        <p:grpSpPr>
          <a:xfrm>
            <a:off x="1356728" y="8545494"/>
            <a:ext cx="15574545" cy="1502624"/>
            <a:chOff x="0" y="-47625"/>
            <a:chExt cx="2269338" cy="218945"/>
          </a:xfrm>
        </p:grpSpPr>
        <p:sp>
          <p:nvSpPr>
            <p:cNvPr id="3" name="Google Shape;85;p1">
              <a:extLst>
                <a:ext uri="{FF2B5EF4-FFF2-40B4-BE49-F238E27FC236}">
                  <a16:creationId xmlns:a16="http://schemas.microsoft.com/office/drawing/2014/main" id="{DE9C2D95-31F2-63FB-132D-AB98A7892E06}"/>
                </a:ext>
              </a:extLst>
            </p:cNvPr>
            <p:cNvSpPr/>
            <p:nvPr/>
          </p:nvSpPr>
          <p:spPr>
            <a:xfrm>
              <a:off x="0" y="0"/>
              <a:ext cx="2269338" cy="171320"/>
            </a:xfrm>
            <a:custGeom>
              <a:avLst/>
              <a:gdLst/>
              <a:ahLst/>
              <a:cxnLst/>
              <a:rect l="l" t="t" r="r" b="b"/>
              <a:pathLst>
                <a:path w="2269338" h="171320" extrusionOk="0">
                  <a:moveTo>
                    <a:pt x="0" y="0"/>
                  </a:moveTo>
                  <a:lnTo>
                    <a:pt x="2269338" y="0"/>
                  </a:lnTo>
                  <a:lnTo>
                    <a:pt x="2269338" y="171320"/>
                  </a:lnTo>
                  <a:lnTo>
                    <a:pt x="0" y="171320"/>
                  </a:lnTo>
                  <a:close/>
                </a:path>
              </a:pathLst>
            </a:custGeom>
            <a:solidFill>
              <a:srgbClr val="FFFFFF">
                <a:alpha val="81960"/>
              </a:srgb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Google Shape;86;p1">
              <a:extLst>
                <a:ext uri="{FF2B5EF4-FFF2-40B4-BE49-F238E27FC236}">
                  <a16:creationId xmlns:a16="http://schemas.microsoft.com/office/drawing/2014/main" id="{DCFE02BA-FDE2-32A7-221B-FC22D85194C4}"/>
                </a:ext>
              </a:extLst>
            </p:cNvPr>
            <p:cNvSpPr txBox="1"/>
            <p:nvPr/>
          </p:nvSpPr>
          <p:spPr>
            <a:xfrm>
              <a:off x="0" y="-47625"/>
              <a:ext cx="2269338" cy="218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800" tIns="49800" rIns="49800" bIns="49800" anchor="ctr" anchorCtr="0">
              <a:noAutofit/>
            </a:bodyPr>
            <a:lstStyle/>
            <a:p>
              <a:pPr marL="0" marR="0" lvl="0" indent="0" algn="ctr" rtl="0">
                <a:lnSpc>
                  <a:spcPct val="1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43AFC317-BD6C-CEBF-0DA5-0052BF122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86" y="1001694"/>
            <a:ext cx="13291859" cy="747667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97C265-86CD-95CD-7269-06F60321E6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93204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 rot="-10455654">
            <a:off x="11000531" y="-340181"/>
            <a:ext cx="8456600" cy="3417876"/>
          </a:xfrm>
          <a:custGeom>
            <a:avLst/>
            <a:gdLst/>
            <a:ahLst/>
            <a:cxnLst/>
            <a:rect l="l" t="t" r="r" b="b"/>
            <a:pathLst>
              <a:path w="8456494" h="3417833" extrusionOk="0">
                <a:moveTo>
                  <a:pt x="0" y="0"/>
                </a:moveTo>
                <a:lnTo>
                  <a:pt x="8456495" y="0"/>
                </a:lnTo>
                <a:lnTo>
                  <a:pt x="8456495" y="3417833"/>
                </a:lnTo>
                <a:lnTo>
                  <a:pt x="0" y="3417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7EA123E-6C82-1BA2-30C4-EC728CA08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48" y="749508"/>
            <a:ext cx="13779739" cy="775110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2F228FE-8725-0EAC-D158-F1BDA34E75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61" y="8352430"/>
            <a:ext cx="14889708" cy="116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9449360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118</TotalTime>
  <Words>49</Words>
  <Application>Microsoft Office PowerPoint</Application>
  <PresentationFormat>Personalizado</PresentationFormat>
  <Paragraphs>3</Paragraphs>
  <Slides>94</Slides>
  <Notes>94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94</vt:i4>
      </vt:variant>
    </vt:vector>
  </HeadingPairs>
  <TitlesOfParts>
    <vt:vector size="101" baseType="lpstr">
      <vt:lpstr>Calibri</vt:lpstr>
      <vt:lpstr>Rockwell</vt:lpstr>
      <vt:lpstr>Arial</vt:lpstr>
      <vt:lpstr>Montserrat</vt:lpstr>
      <vt:lpstr>Wingdings</vt:lpstr>
      <vt:lpstr>Calibri Light</vt:lpstr>
      <vt:lpstr>Atlas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Paula Baño Ruiz</dc:creator>
  <cp:lastModifiedBy>María Dolores Clemares García</cp:lastModifiedBy>
  <cp:revision>15</cp:revision>
  <dcterms:created xsi:type="dcterms:W3CDTF">2006-08-16T00:00:00Z</dcterms:created>
  <dcterms:modified xsi:type="dcterms:W3CDTF">2026-01-14T07:43:34Z</dcterms:modified>
</cp:coreProperties>
</file>